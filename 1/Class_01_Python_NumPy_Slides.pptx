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378ADD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Essentials + NumPy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foundation for everything in ML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5486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crash course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fundamentals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651760"/>
            <a:ext cx="54864" cy="54864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51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&amp; vectorisation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337560"/>
            <a:ext cx="54864" cy="54864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37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0312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3337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23360"/>
            <a:ext cx="54864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&amp; questions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Python for ML?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language in ML/AI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Meta, OpenAI, and every major research 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48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syntax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496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almost like pseudocode — focus on ideas, not syntax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0175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3649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PyTorch, Scikit-learn, OpenCV, Hugging Face...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8862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33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models in hours, not days — iterate quickly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data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no declarations needed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/ float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42, 3.14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weights, learning 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"hello"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Labels, file paths, model names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Masks, conditions,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sequences of anything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{"lr": 0.01}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Config, hyperparameters,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77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(224, 224)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dimensions, shapes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&amp; dictionaries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ordered, mutable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[0.72, 0.85, 0.91]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acc[0]      → 0.72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acc[-1]     → 0.91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acc[1:3]    → [0.85, 0.91]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acc.append(0.95)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len(acc)    →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— key-value pairs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{"lr": 0.001,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"epochs": 50}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cfg["lr"]        → 0.001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cfg.get("dr",0.5)→ 0.5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cfg["dropout"] = 0.3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k,v in cfg.items():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&amp;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PyTorch, every model is a class. Every training loop calls functions.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relu(x):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max(0, x)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train(model, lr=0.001):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default arguments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Model: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self.layers = 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self.layers(x)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7863840" cy="777240"/>
          </a:xfrm>
          <a:prstGeom prst="rect">
            <a:avLst/>
          </a:prstGeom>
          <a:solidFill>
            <a:srgbClr val="EAF3D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118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= Pythonic one-liners. You'll see them everywhere: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63040" y="3886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[x**2 for x in range(10) if x % 2 == 0]  →  [0, 4, 16, 36, 64]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NumPy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 every ML framework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97280" y="2560320"/>
            <a:ext cx="2011680" cy="164592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100×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loops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0" y="2560320"/>
            <a:ext cx="2011680" cy="164592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array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2011680" cy="164592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21792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— the building block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NumPy array is a grid of values, all the same type. This uniformity = speed.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29260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7132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4])    # 1D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np.array([[1,2],[3,4]])    # 2D (matrix)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np.zeros((3, 4))              # 3×4 of zeros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np.ones((2, 2))               # 2×2 of 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np.random.randn(3, 3)         # random 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 1, 5)          # evenly spaced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a.shape   # (4,)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6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m.shape   # (2, 2)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Indexing, slicing &amp; masking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(creates a view)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np.arange(10)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a[2:5]     → [2, 3, 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a[::2]     → [0, 2, 4, 6, 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a[-3:]     → [7, 8, 9]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np.arange(12).reshape(3,4)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m[1, :]    → row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m[:, 0]    → column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masking (creates a copy)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[0.3, 0.7, 0.9, 0.2, 0.85])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scores &gt; 0.5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[F, T, T, F, T]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scores[mask]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[0.7, 0.9, 0.85]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— the core superpower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rules for operating on arrays of different shapes — without copying data.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dimensions from the right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shorter shape with 1s on the left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194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must be equal or one must be 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 of 1 gets stretched to match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834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sizes disagree and neither is 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Error!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 shape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 shape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7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(4,)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padded → (1,4), broadcast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col broadcast to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broadcast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(3, 4)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≠ 3, neither is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Vectorisation: loops → one line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3749040" cy="21945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Python loop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6916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data: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result.append(x ** 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1,000,000 elements: ~250ms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749040" cy="219456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NumPy vectorised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16916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 **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thing, one line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1,000,000 elements: ~2ms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solidFill>
            <a:srgbClr val="EEED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94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ML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4023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forward pass is just: output = X @ W + b — three vectorised ops.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millions of samples is only possible because of this speedup.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 multiplication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operation in deep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25603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np.array([[1, 2],      # (3, 2) — 3 samples, 2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[3, 4],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[5, 6]])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np.array([[0.5, -0.1],  # (2, 2) — weights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[0.2,  0.7]])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X @ W + bias       # This IS a neural network 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(3,2) @ (2,2) → (3,2)   —   Rule: inner dims must match, result = outer dims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Views vs copies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memory is critical for avoiding subtle bugs.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a[1:3]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Contiguous memory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a[[0, 2, 4]]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Non-contiguous (fancy indexing)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a[a &gt; 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indexing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a.reshape(2,3)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memory, new strides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Transposed strides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a.flatten()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.ravel() gives a view 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patterns you'll use daily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X.mean(axis=0)) / X.std(axis=0)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0" y="1097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863840" cy="475488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normalise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/ np.linalg.norm(X, axis=1, keepdims=True)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691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7863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86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np.exp(x) / np.exp(x).sum(axis=1, keepdims=True)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22860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7863840" cy="475488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803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8803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np.maximum(0, x)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4747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np.eye(n_classes)[labels]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474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7863840" cy="475488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690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prediction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40690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np.argmax(probabilities, axis=1)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40690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time!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notebook and work through the exercises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828800" y="2743200"/>
            <a:ext cx="5486400" cy="384048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11680" y="2743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Implement ReLU with np.maximum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828800" y="3246120"/>
            <a:ext cx="5486400" cy="384048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Standardise columns of a matrix using broadcasting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3749040"/>
            <a:ext cx="5486400" cy="384048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3749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 matmul from scratch, then compare with @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28800" y="4251960"/>
            <a:ext cx="5486400" cy="384048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4251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Speed test: Python loop vs NumPy vectorised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1323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your daily tool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classes, comprehensions — you'll use these in every ML 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7132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replaces loops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looping over numbers, there's a vectorised 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26080"/>
            <a:ext cx="54864" cy="7132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= free speed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3 rules and you can read any ML codebase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94760"/>
            <a:ext cx="54864" cy="71323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multiply = neural nets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1422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X @ W + b — that's literally a layer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— Python + NumPy</dc:title>
  <dc:subject>PptxGenJS Presentation</dc:subject>
  <dc:creator>ML/DL/CV Course</dc:creator>
  <cp:lastModifiedBy>ML/DL/CV Course</cp:lastModifiedBy>
  <cp:revision>1</cp:revision>
  <dcterms:created xsi:type="dcterms:W3CDTF">2026-03-26T13:34:18Z</dcterms:created>
  <dcterms:modified xsi:type="dcterms:W3CDTF">2026-03-26T13:34:18Z</dcterms:modified>
</cp:coreProperties>
</file>