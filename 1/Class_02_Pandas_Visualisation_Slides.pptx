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D9E75">
              <a:alpha val="8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+ Data Visualisation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clean, explore, and visualise — the first 80% of any ML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ML, Deep Learning &amp; Computer Vision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4864" cy="5486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fundamentals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0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965960"/>
            <a:ext cx="54864" cy="5486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1965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1965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651760"/>
            <a:ext cx="54864" cy="54864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651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0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337560"/>
            <a:ext cx="54864" cy="54864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337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03120" y="3337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build a 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3337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023360"/>
            <a:ext cx="54864" cy="5486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23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0312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&amp; questions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4023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Pandas?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programmable spreadsheet. Built on top of NumPy.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" cy="82296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column — 1D labelled array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9385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pd.Series([1, 2, 3])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60320"/>
            <a:ext cx="54864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— multiple Series sharing an index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9443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pd.DataFrame({'a': [1,2], 'b': [3,4]})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566160"/>
            <a:ext cx="54864" cy="82296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labels — can be integers, dates, strings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3950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df.set_index('date')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Selecting &amp; filtering data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188720"/>
            <a:ext cx="3749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188720"/>
            <a:ext cx="374904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.loc — label-based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17830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df.loc[0:2, "name"]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df.loc[df["age"]&gt;30, :]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inclusive on both ends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749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188720"/>
            <a:ext cx="3749040" cy="548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.iloc — position-based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0" y="17830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df.iloc[0:2, 1:3]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df.iloc[-5:]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exclusive end (like Python)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429000"/>
            <a:ext cx="7863840" cy="13716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520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Boolean filtering — the most common pattern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= df[df["accuracy"] &gt; 0.85]           # single condition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fast_good = df[(df["acc"]&gt;0.85) &amp; (df["time"]&lt;10)]  #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either = df[(df["dept"]=="CS") | (df["dept"]=="EE")]  # OR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Handling missing data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datasets always have missing values. You must handle them before training.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78638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554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10312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8368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do this first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212848"/>
            <a:ext cx="7863840" cy="5486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2128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03120" y="22128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583680" y="22128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&lt;5% missing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" y="2871216"/>
            <a:ext cx="78638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28712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constant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103120" y="287121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df.fillna(0)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83680" y="28712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but often wrong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3529584"/>
            <a:ext cx="7863840" cy="5486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5295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median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103120" y="352958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df.fillna(df.median())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83680" y="35295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numeric + outliers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" y="4187952"/>
            <a:ext cx="78638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1879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per group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103120" y="41879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df.groupby('dept')['score']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.transform(lambda x: x.fillna(x.median()))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583680" y="41879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— preserves group structure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Groupby — split, apply, combine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powerful tool in exploratory data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1828800" cy="914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group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92024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1463040"/>
            <a:ext cx="1828800" cy="914400"/>
          </a:xfrm>
          <a:prstGeom prst="rect">
            <a:avLst/>
          </a:prstGeom>
          <a:solidFill>
            <a:srgbClr val="E6F1F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32120" y="192024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1463040"/>
            <a:ext cx="1828800" cy="914400"/>
          </a:xfrm>
          <a:prstGeom prst="rect">
            <a:avLst/>
          </a:prstGeom>
          <a:solidFill>
            <a:srgbClr val="EAFBE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7863840" cy="21031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43200"/>
            <a:ext cx="7132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Survival rate by sex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df.groupby("sex")["survived"].mean()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aggregations at once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df.groupby(["class","sex"]).agg(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survival_rate = ("survived", "mean"),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avg_fare      = ("fare", "mean"),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        = ("survived", "count") 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new signals from raw data. This is where domain knowledge meets code.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554480"/>
            <a:ext cx="54864" cy="502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554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60320" y="15544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df["is_child"] = (df["age"] &lt; 18).astype(int)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19456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194560"/>
            <a:ext cx="54864" cy="50292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2194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ratio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60320" y="21945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df["fare_per_class"] = df["fare"] / df["pclass"]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283464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2834640"/>
            <a:ext cx="54864" cy="50292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2834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60320" y="28346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df["age_group"] = pd.cut(df["age"], bins=[0,18,40,60,100])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347472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" y="3474720"/>
            <a:ext cx="54864" cy="50292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3474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560320" y="34747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pd.get_dummies(df, columns=["sex","port"], drop_first=True)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" y="4114800"/>
            <a:ext cx="54864" cy="5029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4114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function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60320" y="41148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df["name_len"] = df["name"].apply(len)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40080" y="4846320"/>
            <a:ext cx="7863840" cy="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3: Visualisation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plot it, you don't understand it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2377440"/>
            <a:ext cx="3657600" cy="594360"/>
          </a:xfrm>
          <a:prstGeom prst="rect">
            <a:avLst/>
          </a:prstGeom>
          <a:solidFill>
            <a:srgbClr val="378ADD">
              <a:alpha val="1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3774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194560" y="2377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curves, metrics over time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2377440"/>
            <a:ext cx="3657600" cy="594360"/>
          </a:xfrm>
          <a:prstGeom prst="rect">
            <a:avLst/>
          </a:prstGeom>
          <a:solidFill>
            <a:srgbClr val="1D9E75">
              <a:alpha val="1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23774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2377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comparison, feature importance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154680"/>
            <a:ext cx="3657600" cy="594360"/>
          </a:xfrm>
          <a:prstGeom prst="rect">
            <a:avLst/>
          </a:prstGeom>
          <a:solidFill>
            <a:srgbClr val="7F77DD">
              <a:alpha val="1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154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194560" y="3154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a variable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3154680"/>
            <a:ext cx="3657600" cy="594360"/>
          </a:xfrm>
          <a:prstGeom prst="rect">
            <a:avLst/>
          </a:prstGeom>
          <a:solidFill>
            <a:srgbClr val="D85A30">
              <a:alpha val="1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3154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3154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two variables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3931920"/>
            <a:ext cx="3657600" cy="594360"/>
          </a:xfrm>
          <a:prstGeom prst="rect">
            <a:avLst/>
          </a:prstGeom>
          <a:solidFill>
            <a:srgbClr val="EF9F27">
              <a:alpha val="1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931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194560" y="3931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Correlations, confusion matrices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3931920"/>
            <a:ext cx="3657600" cy="594360"/>
          </a:xfrm>
          <a:prstGeom prst="rect">
            <a:avLst/>
          </a:prstGeom>
          <a:solidFill>
            <a:srgbClr val="378ADD">
              <a:alpha val="1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3931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/ Violin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09360" y="3931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across groups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Matplotlib: the OO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fig, ax = plt.subplots() — it's cleaner and scales to multi-panel figures.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31089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7132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plt.subplots(figsize=(8, 4))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ax.plot(epochs, train_loss, label="Train",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color="#378ADD", linewidth=2)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ax.plot(epochs, val_loss, label="Val",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color="#D85A30", linestyle="--")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ax.set_xlabel("Epoch")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ax.set_ylabel("Loss")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ax.set_title("Training vs validation loss")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ax.legend()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ax.grid(True, alpha=0.3)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Seaborn: beautiful stats in one 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builds on Matplotlib with prettier defaults and powerful statistical plots.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54864" cy="64008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7922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sns.heatmap(df.corr(), annot=True, cmap='RdBu_r')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58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 plot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569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sns.violinplot(data=df, x='class', y='age', hue='sex')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017520"/>
            <a:ext cx="54864" cy="64008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plot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3467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sns.pairplot(df, hue='survived', diag_kind='hist')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794760"/>
            <a:ext cx="54864" cy="64008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813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plot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123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sns.countplot(data=df, x='class', hue='survived')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786384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EDA workflow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ML project starts here. Follow this order: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5544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566160" y="1554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df.head(), .info(), .shape, .describe()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084832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208483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71600" y="2084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missing values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66160" y="20848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— decide strategy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2615184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2960" y="26151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71600" y="26151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6151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for each numeric column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3145536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22960" y="314553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71600" y="31455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566160" y="31455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plots, correlation heatmap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3675888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22960" y="367588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371600" y="36758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analysis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566160" y="36758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+ aggregation for insights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22960" y="42062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371600" y="4206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566160" y="4206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features from raw data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486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Hands-on: build a dashboard!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notebook and work through the Pandas + Viz exercises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solidFill>
            <a:srgbClr val="1D9E75">
              <a:alpha val="2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554480" y="2651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the Titanic dataset → inspect with .info() and .describe()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371600" y="3127248"/>
            <a:ext cx="6400800" cy="365760"/>
          </a:xfrm>
          <a:prstGeom prst="rect">
            <a:avLst/>
          </a:prstGeom>
          <a:solidFill>
            <a:srgbClr val="1D9E75">
              <a:alpha val="2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554480" y="31272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Clean missing values (age → median, embarked → mode)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371600" y="3602736"/>
            <a:ext cx="6400800" cy="365760"/>
          </a:xfrm>
          <a:prstGeom prst="rect">
            <a:avLst/>
          </a:prstGeom>
          <a:solidFill>
            <a:srgbClr val="1D9E75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554480" y="360273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Groupby analysis: survival rate by class, sex, and port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371600" y="4078224"/>
            <a:ext cx="6400800" cy="365760"/>
          </a:xfrm>
          <a:prstGeom prst="rect">
            <a:avLst/>
          </a:prstGeom>
          <a:solidFill>
            <a:srgbClr val="1D9E75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554480" y="40782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Build a 2×3 subplot dashboard with 6 different chart types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371600" y="4553712"/>
            <a:ext cx="6400800" cy="365760"/>
          </a:xfrm>
          <a:prstGeom prst="rect">
            <a:avLst/>
          </a:prstGeom>
          <a:solidFill>
            <a:srgbClr val="1D9E75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554480" y="45537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Create a Seaborn pair plot coloured by survival status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4864" cy="713232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344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your data workbench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5361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.loc/.iloc for selection, groupby for analysis, get_dummies for encoding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57400"/>
            <a:ext cx="54864" cy="71323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03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before you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4048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data and engineer features — this is where 80% of gains come from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926080"/>
            <a:ext cx="54864" cy="713232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71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everything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273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Histograms, scatter, heatmap, pair plot — build intuition before algorithms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794760"/>
            <a:ext cx="54864" cy="713232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840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OO interface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41422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fig, ax = plt.subplots() — it scales cleanly to multi-panel dashboards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Algebra + Calculus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Probability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behind gradient descent — the algorithm that trains every neural network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due: Week 1 notebook + NumPy deep dive (bonus)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time: 2–3 hours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2 — Pandas + Data Visualisation</dc:title>
  <dc:subject>PptxGenJS Presentation</dc:subject>
  <dc:creator>PptxGenJS</dc:creator>
  <cp:lastModifiedBy>PptxGenJS</cp:lastModifiedBy>
  <cp:revision>1</cp:revision>
  <dcterms:created xsi:type="dcterms:W3CDTF">2026-03-26T13:34:18Z</dcterms:created>
  <dcterms:modified xsi:type="dcterms:W3CDTF">2026-03-26T13:34:18Z</dcterms:modified>
</cp:coreProperties>
</file>