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E24B4A">
              <a:alpha val="8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 Deep Dive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Tensors, Autograd, nn.Module, DataLoaders &amp; the training loop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Deep Learning &amp; Computer Vision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→ PyTorch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know from NumPy maps directly to PyTorch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5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np.array([1,2,3])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torch.tensor([1,2,3])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+ gradients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np.zeros((3,4))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torch.zeros(3,4)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@ 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@ 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a.reshape(3,4)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a.view(3,4)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contiguous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a.mean(axis=0)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a.mean(dim=0)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'axis' → 'dim'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Manual backprop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loss.backward()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loop training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DataLoader + nn.Module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Tensors — GPU-ready arrays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188720"/>
            <a:ext cx="246888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as NumPy: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.shape, .dtype, .device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188720"/>
            <a:ext cx="246888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" name="Text 7"/>
          <p:cNvSpPr/>
          <p:nvPr/>
        </p:nvSpPr>
        <p:spPr>
          <a:xfrm>
            <a:off x="356616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1737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t.to('cuda')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t.cpu()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26480" y="1188720"/>
            <a:ext cx="246888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09360" y="1737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requires_grad=True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 all operations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291840"/>
            <a:ext cx="7863840" cy="6400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Both model AND data must be on the SAME device, or you get a RuntimeError.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Autograd — automatic backprop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records every operation → builds a computation graph → .backward() computes all gradients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69164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torch.tensor(3.0, requires_grad=True)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 ** 2 + 2 * x + 1    # y = x² + 2x + 1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y.backward()               # computes dy/dx automatically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print(x.grad)              # → 8.0  (dy/dx = 2x + 2 = 8)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EAFBE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manual backprop! PyTorch does it for you, no matter how complex the network.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nn.Module — the model base class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234440"/>
            <a:ext cx="7132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MyNet(nn.Module):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self.fc1 = nn.Linear(784, 256)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self.fc2 = nn.Linear(256, 10)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self.dropout = nn.Dropout(0.3)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F.relu(self.fc1(x))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self.dropout(x)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self.fc2(x)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training loop — 5 lines that run the world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solidFill>
            <a:srgbClr val="378AD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optimizer.zero_grad()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0" y="1097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old gradients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7863840" cy="594360"/>
          </a:xfrm>
          <a:prstGeom prst="rect">
            <a:avLst/>
          </a:prstGeom>
          <a:solidFill>
            <a:srgbClr val="1D9E75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47088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470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model(X)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8470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96896"/>
            <a:ext cx="7863840" cy="594360"/>
          </a:xfrm>
          <a:prstGeom prst="rect">
            <a:avLst/>
          </a:prstGeom>
          <a:solidFill>
            <a:srgbClr val="7F77DD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96896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59689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criterion(logits, 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5968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46704"/>
            <a:ext cx="7863840" cy="594360"/>
          </a:xfrm>
          <a:prstGeom prst="rect">
            <a:avLst/>
          </a:prstGeom>
          <a:solidFill>
            <a:srgbClr val="D85A30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46704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34670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334670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96512"/>
            <a:ext cx="7863840" cy="594360"/>
          </a:xfrm>
          <a:prstGeom prst="rect">
            <a:avLst/>
          </a:prstGeom>
          <a:solidFill>
            <a:srgbClr val="D4537E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9651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5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0965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40965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78638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DataLoader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097280"/>
            <a:ext cx="3749040" cy="54864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your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implement: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__len__()      → count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__getitem__(i) → (x, y)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374904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0" y="16916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Dataset and handles: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batch_size=64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shuffle=True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num_workers=4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pin_memory=True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gotchas that trip up beginners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188720"/>
            <a:ext cx="54864" cy="71323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zero_grad()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accumulate! → wrong updates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0" y="1280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optimizer.zero_grad()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057400"/>
            <a:ext cx="54864" cy="71323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075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model.eval()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still active during inference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0" y="2148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model.eval() before val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92608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926080"/>
            <a:ext cx="54864" cy="71323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mismatch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 GPU, data on CPU → crash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0" y="3017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X.to(device), y.to(device)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379476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3794760"/>
            <a:ext cx="54864" cy="71323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3813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.item()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4142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tensors in list → memory leak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losses.append(loss.item())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model.train() vs model.eval()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with different behaviour for Dropout and BatchNorm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EAFBE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model.train()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randomly zeros neurons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BatchNorm: uses batch statistics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Gradients: tracked ✓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during: training loop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model.eval()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disabled (all neurons)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BatchNorm: uses running stats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with: torch.no_grad()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during: validation &amp; inference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Hands-on: MNIST!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Phase_03_MNIST_Explained.ipynb and build your first real classifier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71600" y="2560320"/>
            <a:ext cx="6400800" cy="347472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25603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MNIST with torchvision transforms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71600" y="2999232"/>
            <a:ext cx="6400800" cy="347472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29992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a 3-layer network with BatchNorm + Dropout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371600" y="3438144"/>
            <a:ext cx="6400800" cy="347472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343814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 for 15 epochs with Adam + LR scheduler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0" y="3877056"/>
            <a:ext cx="6400800" cy="347472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554480" y="38770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Analyse: confusion matrix, per-class accuracy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0" y="4315968"/>
            <a:ext cx="6400800" cy="347472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54480" y="43159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Visualise: predictions and first-layer weights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371600" y="4754880"/>
            <a:ext cx="6400800" cy="347472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554480" y="47548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Experiment: remove dropout, change lr, try SGD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Saving &amp; loading models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7863840" cy="21945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23444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weights (recommended)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torch.save(model.state_dict(), 'model.pth')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weights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MyNet()  # must define architecture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model.load_state_dict(torch.load('model.pth'))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model.eval()     # switch to inference mode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62179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155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= NumPy + GPU + gradients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API, but runs on GPU and tracks operations for autograd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47088"/>
            <a:ext cx="54864" cy="62179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6537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replaces manual backprop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671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loss.backward() computes ALL gradients automatically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96896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96896"/>
            <a:ext cx="54864" cy="62179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1518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 is your model base class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9169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layers in __init__, computation in forward()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46704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346704"/>
            <a:ext cx="54864" cy="62179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649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5-line training loop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6667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 → forward → loss → backward → step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96512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96512"/>
            <a:ext cx="54864" cy="621792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1148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check: device, .train()/.eval(), .item()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4165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3 gotchas cause 90% of beginner bugs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PyTorch Deep Dive</dc:title>
  <dc:subject>PptxGenJS Presentation</dc:subject>
  <dc:creator>PptxGenJS</dc:creator>
  <cp:lastModifiedBy>PptxGenJS</cp:lastModifiedBy>
  <cp:revision>1</cp:revision>
  <dcterms:created xsi:type="dcterms:W3CDTF">2026-03-28T11:45:39Z</dcterms:created>
  <dcterms:modified xsi:type="dcterms:W3CDTF">2026-03-28T11:45:39Z</dcterms:modified>
</cp:coreProperties>
</file>